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E4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77354" autoAdjust="0"/>
  </p:normalViewPr>
  <p:slideViewPr>
    <p:cSldViewPr snapToGrid="0">
      <p:cViewPr varScale="1">
        <p:scale>
          <a:sx n="73" d="100"/>
          <a:sy n="73" d="100"/>
        </p:scale>
        <p:origin x="967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1241D-8A91-4FD1-B4BB-B02C0D64A134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88F73-A46D-4A1F-B2EB-583C7DFE7E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90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Màn</a:t>
            </a:r>
            <a:r>
              <a:rPr lang="en-US" dirty="0"/>
              <a:t> 0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r>
              <a:rPr lang="en-US" dirty="0"/>
              <a:t>SCREEN 0 LÀ 1 BUTTON BAR CÓ THỂ SỔ RA ĐỂ LỰA CHỌN VÀ CHUYỂN ĐẾN CÁC SCREEN KHÁC</a:t>
            </a:r>
          </a:p>
          <a:p>
            <a:r>
              <a:rPr lang="en-US" dirty="0"/>
              <a:t>GENERAL : CHỈ HIỂN THỊ TEXT</a:t>
            </a:r>
          </a:p>
          <a:p>
            <a:r>
              <a:rPr lang="en-US" dirty="0"/>
              <a:t>TỪ ALL ARMING ĐẾN ALL CONNECT LÀ CÁC NÚT BẤM</a:t>
            </a:r>
          </a:p>
          <a:p>
            <a:r>
              <a:rPr lang="en-US" dirty="0"/>
              <a:t>UAV1-6 VIDEO DETECTION LÀ CÁC PHÂN VÙNG HIỂN THỊ VIDEO VÀ CÓ GÁN DETECTION LÊN KHUNG KHI DETEC ĐƯỢC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068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MÀN 1, SẮP XẾP GỌN LẠI GẦN NHƯ MÀN 0, NHƯNG THÊM 1 CÁI LÀ HIỂN THỊ CÁC TRẠNG THÁI STATUS CỦA HỆ THỐNG LÀ TOÀN BỘ UAV THAM GIA VÀ CÁC THÔNG TIN LIÊN QUAN KHÁC.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259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MÀN 2, THỂ HIỆN ĐẶC TÍNH RIÊNG LẺ CỦA UAV1, INFORMATION, CHANGE INFORMATION SẼ ĐƯỢC CHÚ THÍCH RÕ HƠN Ở SLIDE KHÁC.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68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MÀN 3, THỂ HIỆN ĐẶC TÍNH RIÊNG LẺ CỦA UAV2, INFORMATION, CHANGE INFORMATION SẼ ĐƯỢC CHÚ THÍCH RÕ HƠN Ở SLIDE KHÁC.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692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MÀN 4, THỂ HIỆN ĐẶC TÍNH RIÊNG LẺ CỦA UAV3, INFORMATION, CHANGE INFORMATION SẼ ĐƯỢC CHÚ THÍCH RÕ HƠN Ở SLIDE KHÁC.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80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MÀN 5, THỂ HIỆN ĐẶC TÍNH RIÊNG LẺ CỦA UAV4, INFORMATION, CHANGE INFORMATION SẼ ĐƯỢC CHÚ THÍCH RÕ HƠN Ở SLIDE KHÁC.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136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MÀN 6, THỂ HIỆN ĐẶC TÍNH RIÊNG LẺ CỦA UAV5, INFORMATION, CHANGE INFORMATION SẼ ĐƯỢC CHÚ THÍCH RÕ HƠN Ở SLIDE KHÁC.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24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MÀN 7, THỂ HIỆN ĐẶC TÍNH RIÊNG LẺ CỦA UAV6, INFORMATION, CHANGE INFORMATION SẼ ĐƯỢC CHÚ THÍCH RÕ HƠN Ở SLIDE KHÁC.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955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MÀN 8 THỂ HIỆN CÁC VẤN ĐỀ LIÊN QUAN ĐẾN MAP VÀ LIÊN THÔNG DỮ LIỆU VỚI PHẦN ĐIỀU KHIỂN.</a:t>
            </a:r>
          </a:p>
          <a:p>
            <a:r>
              <a:rPr lang="en-US" dirty="0"/>
              <a:t>TASK1: CREATED RESCUE MAP &gt; CHỈNH SỬA ĐƯỢC CÁC ĐIỂM NẾU CLICK SAI, LƯU ĐƯỢC FILE ĐỈNH CUỐI CÙNG CỦA RESCUE MAP, MỞ ĐƯỢC FILE CÓ SẴN LÀ CÁC TỌA ĐỘ ĐIỂM GPS.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bao </a:t>
            </a:r>
            <a:r>
              <a:rPr lang="en-US" dirty="0" err="1"/>
              <a:t>quanh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MAP </a:t>
            </a:r>
            <a:r>
              <a:rPr lang="en-US" dirty="0" err="1"/>
              <a:t>khi</a:t>
            </a:r>
            <a:r>
              <a:rPr lang="en-US" dirty="0"/>
              <a:t> pick &gt;3 </a:t>
            </a:r>
            <a:r>
              <a:rPr lang="en-US" dirty="0" err="1"/>
              <a:t>điểm</a:t>
            </a:r>
            <a:r>
              <a:rPr lang="en-US" dirty="0"/>
              <a:t> ,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4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bao </a:t>
            </a:r>
            <a:r>
              <a:rPr lang="en-US" dirty="0" err="1"/>
              <a:t>mới.Tự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update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.( Area m2)</a:t>
            </a:r>
          </a:p>
          <a:p>
            <a:r>
              <a:rPr lang="en-US" dirty="0"/>
              <a:t>Task2: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huy</a:t>
            </a:r>
            <a:r>
              <a:rPr lang="en-US" dirty="0"/>
              <a:t> &gt;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bay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UAV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hộ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nạn</a:t>
            </a:r>
            <a:r>
              <a:rPr lang="en-US" dirty="0"/>
              <a:t>.</a:t>
            </a:r>
          </a:p>
          <a:p>
            <a:r>
              <a:rPr lang="en-US" dirty="0"/>
              <a:t>(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1 </a:t>
            </a:r>
            <a:r>
              <a:rPr lang="en-US" dirty="0" err="1"/>
              <a:t>điểm</a:t>
            </a:r>
            <a:r>
              <a:rPr lang="en-US" dirty="0"/>
              <a:t> GPS </a:t>
            </a:r>
            <a:r>
              <a:rPr lang="en-US" dirty="0" err="1"/>
              <a:t>của</a:t>
            </a:r>
            <a:r>
              <a:rPr lang="en-US" dirty="0"/>
              <a:t> 1 UAV 1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)</a:t>
            </a:r>
          </a:p>
          <a:p>
            <a:r>
              <a:rPr lang="en-US" dirty="0"/>
              <a:t>Task 3: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chia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UAV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(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1-5), UAV 6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chia.</a:t>
            </a:r>
          </a:p>
          <a:p>
            <a:r>
              <a:rPr lang="en-US" dirty="0"/>
              <a:t>Task4: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chia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lưới</a:t>
            </a:r>
            <a:r>
              <a:rPr lang="en-US" dirty="0"/>
              <a:t>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.</a:t>
            </a:r>
          </a:p>
          <a:p>
            <a:r>
              <a:rPr lang="en-US" dirty="0"/>
              <a:t>TASK5: PUSH MISSION LÀ NẠP CÁC ĐIỂM LƯỚI RÚT GỌN CHO UAV THỰC 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339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MÀN9, ĐƯA RA CÁC THÔNG SỐ CÀI ĐẶT NHANH , QUAN TRỌNG CẦN THIẾT.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752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Màn</a:t>
            </a:r>
            <a:r>
              <a:rPr lang="en-US" dirty="0"/>
              <a:t> 10: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lụa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UAV,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Option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Swarm hay </a:t>
            </a:r>
            <a:r>
              <a:rPr lang="en-US" dirty="0" err="1"/>
              <a:t>được</a:t>
            </a:r>
            <a:r>
              <a:rPr lang="en-US" dirty="0"/>
              <a:t> detection </a:t>
            </a:r>
            <a:r>
              <a:rPr lang="en-US" dirty="0" err="1"/>
              <a:t>không</a:t>
            </a:r>
            <a:r>
              <a:rPr lang="en-US" dirty="0"/>
              <a:t>,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en-US"/>
              <a:t>x,y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88F73-A46D-4A1F-B2EB-583C7DFE7E9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38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FEAD-08A1-07BC-FFC9-5FD536CC8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32303-9509-8FF4-20F6-D757E449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0CB5-B7B9-860C-7D00-9681A336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A1955-BBBF-D0EF-34F7-06F30BCFF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34B1-5DE9-55F2-9CF5-07D3FCF5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06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47CB0-1F5D-5575-BA45-DD7A962B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02ABC-15AB-44F5-663A-11B79590E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E34A1-67F9-71F0-9907-09CA6CF6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7108F-B309-DB20-A750-7D0C854B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33AF-2372-EABF-24B4-66456DA2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017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0FF2-2BF2-9918-2341-C792093B7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E80D3-0826-8C61-D32A-0DE1E5D66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D8F3-E2BB-3FB2-A4A8-E1B7987D5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3E9D-CC6F-30A7-487C-B1103E6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9A499-BF3C-7FF1-2AAC-140A3F45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0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EFCA-FA8D-ECE9-2ADE-5DEE2E1F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FF1D3-C2C7-47C8-8C35-32944793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BA3B3-E4E4-C729-4769-FAE969FA8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4027-F165-FEC6-BDAE-CA1CC50D6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7CC73-38A4-2B12-5D6C-3F21AF9B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5D13B-123F-D0E1-EC93-643F2984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8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07DA-A5C3-2818-AF30-932C1D42B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302C4-D406-9096-C304-AFB180ED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5061B-EBA8-E19F-2264-D1629AD6F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D87EE-42B9-4BB2-0961-C3C6FFAAE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CA1FE-07D3-1C18-50F4-0C323FC30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441F88-0F18-6C65-5D0A-0E24EED2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8FB23E-D508-8C16-8B56-E9C3A6AD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83DA2F-A986-182F-692A-13EB8AA9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476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A32A-9542-4D3B-1DE2-3F8F3753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BDFC4-3545-50B7-AF21-BCEBDCAE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2A858-8B2A-C910-E425-8E00C3E2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1D205-4C81-B9F9-1E78-597FCF97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37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BEA65E-2D25-EC9A-E16E-F778F415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979985-A3B6-0CEC-2EB1-D969D0F5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5F03D-2188-C8C6-D688-284B1D00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21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0627-0BA4-BCA2-EED1-BA281D4DC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65C0F-4318-58FC-5609-0D9E18032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8D091-000E-CBFA-265F-1BD1C8E37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33037-3995-6AE2-D0A1-6A661B551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80A54-C139-C1AB-EAD8-CEA408FA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5CD47-E554-98CF-8509-DE879155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11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87606-B7BE-28B5-60B6-9EAA0479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65834-F244-8059-FDEC-1E5859E7E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02A2A-069C-4F82-7BF6-2F1F61364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A92E6-5835-A2D7-6395-E31721B44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75F92-A179-B5E6-F0C8-F0BC129CD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D61E1-A0D6-5B1F-CC4A-134A9B5F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57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E831-2316-C959-6F18-673EF9E9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7ECC3-1933-CE6F-BBDF-4F30F390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2D0C0-1EE5-124E-E25B-E5B44D78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8871A-9F4D-D738-88E7-AE130031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EBC07-55EC-F3B1-17EE-8F80679F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99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FF26A-3B06-BE96-B7AE-9A3E9A3FE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16376-8B20-9A68-7499-C6E722EE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BC049-56DE-C9D2-6225-33E36B3D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85750-9F19-2ABE-706A-BB5EC889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227A9-E21B-71F8-B17A-B940F03A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54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8C1738-9599-E1F4-F49D-6F7DBEDDD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4EA83-D6CA-CB68-E119-BB08969D9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FEE90-600A-DA4D-867E-752CA658F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8C710-DC38-4A8B-990C-8E754369C1C5}" type="datetimeFigureOut">
              <a:rPr lang="en-GB" smtClean="0"/>
              <a:t>11/07/2024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27845-A979-ACB7-A94C-6E3D37325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43FD6-8F2B-8C2A-0E65-A8E209F64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6AE11-278D-455E-A8FA-B34ACA0092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358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699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SCREEN0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67361"/>
            <a:ext cx="1501666" cy="4699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30062"/>
              </p:ext>
            </p:extLst>
          </p:nvPr>
        </p:nvGraphicFramePr>
        <p:xfrm>
          <a:off x="-3941" y="963799"/>
          <a:ext cx="12175800" cy="537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8600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  <a:gridCol w="4058600">
                  <a:extLst>
                    <a:ext uri="{9D8B030D-6E8A-4147-A177-3AD203B41FA5}">
                      <a16:colId xmlns:a16="http://schemas.microsoft.com/office/drawing/2014/main" val="3012042761"/>
                    </a:ext>
                  </a:extLst>
                </a:gridCol>
                <a:gridCol w="4058600">
                  <a:extLst>
                    <a:ext uri="{9D8B030D-6E8A-4147-A177-3AD203B41FA5}">
                      <a16:colId xmlns:a16="http://schemas.microsoft.com/office/drawing/2014/main" val="3950056649"/>
                    </a:ext>
                  </a:extLst>
                </a:gridCol>
              </a:tblGrid>
              <a:tr h="2688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UAV1 – VIDEO 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UAV2 – VIDEO 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UAV3 – VIDEO 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marL="0" marR="0" marT="0" marB="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  <a:tr h="2688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UAV4 – VIDEO 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UAV5 – VIDEO 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UAV6- VIDEO 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73237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D0E45D3-EC85-41A4-5E12-259162287177}"/>
              </a:ext>
            </a:extLst>
          </p:cNvPr>
          <p:cNvSpPr/>
          <p:nvPr/>
        </p:nvSpPr>
        <p:spPr>
          <a:xfrm>
            <a:off x="4421529" y="6341679"/>
            <a:ext cx="1221128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TAKEOFF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93F8AE-DE7A-3DFB-D13C-D1763AC060F3}"/>
              </a:ext>
            </a:extLst>
          </p:cNvPr>
          <p:cNvSpPr/>
          <p:nvPr/>
        </p:nvSpPr>
        <p:spPr>
          <a:xfrm>
            <a:off x="3229334" y="6341678"/>
            <a:ext cx="1175279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DISARM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8FB991-3A27-4F91-E352-36ED103B17AF}"/>
              </a:ext>
            </a:extLst>
          </p:cNvPr>
          <p:cNvSpPr/>
          <p:nvPr/>
        </p:nvSpPr>
        <p:spPr>
          <a:xfrm>
            <a:off x="5648445" y="6346723"/>
            <a:ext cx="1221127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LANDING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6E78EB-EE28-C5CC-438C-2900725EDD5B}"/>
              </a:ext>
            </a:extLst>
          </p:cNvPr>
          <p:cNvSpPr/>
          <p:nvPr/>
        </p:nvSpPr>
        <p:spPr>
          <a:xfrm>
            <a:off x="6881148" y="6340935"/>
            <a:ext cx="1487347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MISSION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C3B31F-2F9A-6861-E29F-451602705A1D}"/>
              </a:ext>
            </a:extLst>
          </p:cNvPr>
          <p:cNvSpPr/>
          <p:nvPr/>
        </p:nvSpPr>
        <p:spPr>
          <a:xfrm>
            <a:off x="8368496" y="6352510"/>
            <a:ext cx="1269607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RETURN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899C04-FC0F-2DD3-DA66-B52440422BBF}"/>
              </a:ext>
            </a:extLst>
          </p:cNvPr>
          <p:cNvSpPr/>
          <p:nvPr/>
        </p:nvSpPr>
        <p:spPr>
          <a:xfrm>
            <a:off x="9645104" y="6355744"/>
            <a:ext cx="1171436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PAUSE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ADBD91-B66D-1CB8-5C9D-E20BAEAB596B}"/>
              </a:ext>
            </a:extLst>
          </p:cNvPr>
          <p:cNvSpPr/>
          <p:nvPr/>
        </p:nvSpPr>
        <p:spPr>
          <a:xfrm>
            <a:off x="10828115" y="6352510"/>
            <a:ext cx="1343743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CONNECT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613093-E322-403B-FF6D-E896F6669A8E}"/>
              </a:ext>
            </a:extLst>
          </p:cNvPr>
          <p:cNvSpPr/>
          <p:nvPr/>
        </p:nvSpPr>
        <p:spPr>
          <a:xfrm>
            <a:off x="2054952" y="6329360"/>
            <a:ext cx="1175279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ARMING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E9093-0BF4-1D06-0BD1-E5AE3551BE73}"/>
              </a:ext>
            </a:extLst>
          </p:cNvPr>
          <p:cNvSpPr/>
          <p:nvPr/>
        </p:nvSpPr>
        <p:spPr>
          <a:xfrm>
            <a:off x="20141" y="6328617"/>
            <a:ext cx="2025185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</a:p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OPEN/CLOSE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62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SCREEN1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166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80062"/>
              </p:ext>
            </p:extLst>
          </p:nvPr>
        </p:nvGraphicFramePr>
        <p:xfrm>
          <a:off x="-3941" y="963798"/>
          <a:ext cx="12174489" cy="489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8163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  <a:gridCol w="4058163">
                  <a:extLst>
                    <a:ext uri="{9D8B030D-6E8A-4147-A177-3AD203B41FA5}">
                      <a16:colId xmlns:a16="http://schemas.microsoft.com/office/drawing/2014/main" val="3012042761"/>
                    </a:ext>
                  </a:extLst>
                </a:gridCol>
                <a:gridCol w="4058163">
                  <a:extLst>
                    <a:ext uri="{9D8B030D-6E8A-4147-A177-3AD203B41FA5}">
                      <a16:colId xmlns:a16="http://schemas.microsoft.com/office/drawing/2014/main" val="3950056649"/>
                    </a:ext>
                  </a:extLst>
                </a:gridCol>
              </a:tblGrid>
              <a:tr h="244867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UAV1-VIDEO 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marL="0" marR="0" marT="0" marB="0" anchor="b" anchorCtr="1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UAV2-VIDEO 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marL="0" marR="0" marT="0" marB="0" anchor="b" anchorCtr="1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UAV3-VIDEO &amp; DETECTION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b" anchorCtr="1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  <a:tr h="2448677">
                <a:tc>
                  <a:txBody>
                    <a:bodyPr/>
                    <a:lstStyle/>
                    <a:p>
                      <a:r>
                        <a:rPr lang="en-US" dirty="0"/>
                        <a:t>UAV4-VIDEO 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&amp; DETECTION</a:t>
                      </a:r>
                      <a:endParaRPr lang="en-GB" dirty="0"/>
                    </a:p>
                  </a:txBody>
                  <a:tcPr marL="0" marR="0" marT="0" marB="0" anchor="b" anchorCtr="1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UAV5-VIDEO 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&amp; DETECTION</a:t>
                      </a:r>
                      <a:endParaRPr lang="en-GB" dirty="0"/>
                    </a:p>
                  </a:txBody>
                  <a:tcPr marL="0" marR="0" marT="0" marB="0" anchor="b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UAV6-VIDEO 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&amp; DETECTION</a:t>
                      </a:r>
                      <a:endParaRPr lang="en-GB" dirty="0"/>
                    </a:p>
                  </a:txBody>
                  <a:tcPr marL="0" marR="0" marT="0" marB="0" anchor="b" anchorCtr="1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73237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D0E45D3-EC85-41A4-5E12-259162287177}"/>
              </a:ext>
            </a:extLst>
          </p:cNvPr>
          <p:cNvSpPr/>
          <p:nvPr/>
        </p:nvSpPr>
        <p:spPr>
          <a:xfrm>
            <a:off x="6951245" y="6361753"/>
            <a:ext cx="1339026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TAKEOFF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93F8AE-DE7A-3DFB-D13C-D1763AC060F3}"/>
              </a:ext>
            </a:extLst>
          </p:cNvPr>
          <p:cNvSpPr/>
          <p:nvPr/>
        </p:nvSpPr>
        <p:spPr>
          <a:xfrm>
            <a:off x="5244643" y="5870922"/>
            <a:ext cx="1703603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ARMING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8FB991-3A27-4F91-E352-36ED103B17AF}"/>
              </a:ext>
            </a:extLst>
          </p:cNvPr>
          <p:cNvSpPr/>
          <p:nvPr/>
        </p:nvSpPr>
        <p:spPr>
          <a:xfrm>
            <a:off x="8291582" y="5861152"/>
            <a:ext cx="134953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LANDING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6E78EB-EE28-C5CC-438C-2900725EDD5B}"/>
              </a:ext>
            </a:extLst>
          </p:cNvPr>
          <p:cNvSpPr/>
          <p:nvPr/>
        </p:nvSpPr>
        <p:spPr>
          <a:xfrm>
            <a:off x="8291582" y="6352510"/>
            <a:ext cx="1350268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MISSION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C3B31F-2F9A-6861-E29F-451602705A1D}"/>
              </a:ext>
            </a:extLst>
          </p:cNvPr>
          <p:cNvSpPr/>
          <p:nvPr/>
        </p:nvSpPr>
        <p:spPr>
          <a:xfrm>
            <a:off x="9639228" y="5867838"/>
            <a:ext cx="1180479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RETURN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899C04-FC0F-2DD3-DA66-B52440422BBF}"/>
              </a:ext>
            </a:extLst>
          </p:cNvPr>
          <p:cNvSpPr/>
          <p:nvPr/>
        </p:nvSpPr>
        <p:spPr>
          <a:xfrm>
            <a:off x="9643161" y="6370361"/>
            <a:ext cx="1188361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PAUSE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ADBD91-B66D-1CB8-5C9D-E20BAEAB596B}"/>
              </a:ext>
            </a:extLst>
          </p:cNvPr>
          <p:cNvSpPr/>
          <p:nvPr/>
        </p:nvSpPr>
        <p:spPr>
          <a:xfrm>
            <a:off x="10822329" y="6352510"/>
            <a:ext cx="1349530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CONNECT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2B5A7-AE9B-91F0-B67D-8834B1D05FDD}"/>
              </a:ext>
            </a:extLst>
          </p:cNvPr>
          <p:cNvSpPr/>
          <p:nvPr/>
        </p:nvSpPr>
        <p:spPr>
          <a:xfrm>
            <a:off x="10821018" y="5867838"/>
            <a:ext cx="134953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START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780A41-B3FC-628C-490C-377984F3C882}"/>
              </a:ext>
            </a:extLst>
          </p:cNvPr>
          <p:cNvSpPr txBox="1"/>
          <p:nvPr/>
        </p:nvSpPr>
        <p:spPr>
          <a:xfrm>
            <a:off x="16904" y="5894202"/>
            <a:ext cx="5218652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Teminal</a:t>
            </a:r>
            <a:r>
              <a:rPr lang="en-US" dirty="0"/>
              <a:t>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6UAV (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703467-25C5-6073-D089-CFC4896DAD4B}"/>
              </a:ext>
            </a:extLst>
          </p:cNvPr>
          <p:cNvSpPr/>
          <p:nvPr/>
        </p:nvSpPr>
        <p:spPr>
          <a:xfrm>
            <a:off x="6947357" y="5867838"/>
            <a:ext cx="1339025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DISARM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4256F-8E0E-8387-2AE4-FF93B553DC92}"/>
              </a:ext>
            </a:extLst>
          </p:cNvPr>
          <p:cNvSpPr/>
          <p:nvPr/>
        </p:nvSpPr>
        <p:spPr>
          <a:xfrm>
            <a:off x="5240756" y="6354532"/>
            <a:ext cx="1706601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</a:p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OPEN/CLOSE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964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SCREEN2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166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SCM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UAV1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008311"/>
              </p:ext>
            </p:extLst>
          </p:nvPr>
        </p:nvGraphicFramePr>
        <p:xfrm>
          <a:off x="-3941" y="963798"/>
          <a:ext cx="12174489" cy="489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6627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  <a:gridCol w="7917862">
                  <a:extLst>
                    <a:ext uri="{9D8B030D-6E8A-4147-A177-3AD203B41FA5}">
                      <a16:colId xmlns:a16="http://schemas.microsoft.com/office/drawing/2014/main" val="3012042761"/>
                    </a:ext>
                  </a:extLst>
                </a:gridCol>
              </a:tblGrid>
              <a:tr h="244867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UAV1-INFORMATION 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                                                    UAV1-VIDEO 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  <a:tr h="2448677">
                <a:tc>
                  <a:txBody>
                    <a:bodyPr/>
                    <a:lstStyle/>
                    <a:p>
                      <a:r>
                        <a:rPr lang="en-US" dirty="0"/>
                        <a:t>UAV1- change </a:t>
                      </a:r>
                      <a:r>
                        <a:rPr lang="en-US" dirty="0" err="1"/>
                        <a:t>Infomation</a:t>
                      </a:r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73237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D0E45D3-EC85-41A4-5E12-259162287177}"/>
              </a:ext>
            </a:extLst>
          </p:cNvPr>
          <p:cNvSpPr/>
          <p:nvPr/>
        </p:nvSpPr>
        <p:spPr>
          <a:xfrm>
            <a:off x="5960970" y="6352510"/>
            <a:ext cx="1428972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DISARM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93F8AE-DE7A-3DFB-D13C-D1763AC060F3}"/>
              </a:ext>
            </a:extLst>
          </p:cNvPr>
          <p:cNvSpPr/>
          <p:nvPr/>
        </p:nvSpPr>
        <p:spPr>
          <a:xfrm>
            <a:off x="5960969" y="5867838"/>
            <a:ext cx="141738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ARMING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8FB991-3A27-4F91-E352-36ED103B17AF}"/>
              </a:ext>
            </a:extLst>
          </p:cNvPr>
          <p:cNvSpPr/>
          <p:nvPr/>
        </p:nvSpPr>
        <p:spPr>
          <a:xfrm>
            <a:off x="7389553" y="5870415"/>
            <a:ext cx="152049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TAKEOFF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6E78EB-EE28-C5CC-438C-2900725EDD5B}"/>
              </a:ext>
            </a:extLst>
          </p:cNvPr>
          <p:cNvSpPr/>
          <p:nvPr/>
        </p:nvSpPr>
        <p:spPr>
          <a:xfrm>
            <a:off x="7387173" y="6365446"/>
            <a:ext cx="1520491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LANDING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C3B31F-2F9A-6861-E29F-451602705A1D}"/>
              </a:ext>
            </a:extLst>
          </p:cNvPr>
          <p:cNvSpPr/>
          <p:nvPr/>
        </p:nvSpPr>
        <p:spPr>
          <a:xfrm>
            <a:off x="8916481" y="5867838"/>
            <a:ext cx="1520489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MISSION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899C04-FC0F-2DD3-DA66-B52440422BBF}"/>
              </a:ext>
            </a:extLst>
          </p:cNvPr>
          <p:cNvSpPr/>
          <p:nvPr/>
        </p:nvSpPr>
        <p:spPr>
          <a:xfrm>
            <a:off x="8916481" y="6356451"/>
            <a:ext cx="153206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PAUSE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ADBD91-B66D-1CB8-5C9D-E20BAEAB596B}"/>
              </a:ext>
            </a:extLst>
          </p:cNvPr>
          <p:cNvSpPr/>
          <p:nvPr/>
        </p:nvSpPr>
        <p:spPr>
          <a:xfrm>
            <a:off x="10448166" y="5867901"/>
            <a:ext cx="1723693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RETURN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780A41-B3FC-628C-490C-377984F3C882}"/>
              </a:ext>
            </a:extLst>
          </p:cNvPr>
          <p:cNvSpPr txBox="1"/>
          <p:nvPr/>
        </p:nvSpPr>
        <p:spPr>
          <a:xfrm>
            <a:off x="16904" y="5894202"/>
            <a:ext cx="4197982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Teminal</a:t>
            </a:r>
            <a:r>
              <a:rPr lang="en-US" dirty="0"/>
              <a:t>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UAV1 ( MỤC ĐÍCH CHỈ TEST UAV1)</a:t>
            </a:r>
          </a:p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6E815B-430E-2534-0950-5320227695E7}"/>
              </a:ext>
            </a:extLst>
          </p:cNvPr>
          <p:cNvSpPr/>
          <p:nvPr/>
        </p:nvSpPr>
        <p:spPr>
          <a:xfrm>
            <a:off x="10459741" y="6355087"/>
            <a:ext cx="1714500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CONNECT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E0D66F-E219-0255-CB66-C66201C953EA}"/>
              </a:ext>
            </a:extLst>
          </p:cNvPr>
          <p:cNvSpPr/>
          <p:nvPr/>
        </p:nvSpPr>
        <p:spPr>
          <a:xfrm>
            <a:off x="4226082" y="5862486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CLOSE/OPEN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14B600-4276-90F1-7883-E337F96D4B33}"/>
              </a:ext>
            </a:extLst>
          </p:cNvPr>
          <p:cNvSpPr/>
          <p:nvPr/>
        </p:nvSpPr>
        <p:spPr>
          <a:xfrm>
            <a:off x="4223143" y="6350931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6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MISSION</a:t>
            </a:r>
            <a:endParaRPr lang="en-GB" sz="16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05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SCREEN3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166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SCM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UAV2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08237"/>
              </p:ext>
            </p:extLst>
          </p:nvPr>
        </p:nvGraphicFramePr>
        <p:xfrm>
          <a:off x="-3941" y="963798"/>
          <a:ext cx="12174489" cy="489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7598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  <a:gridCol w="7946891">
                  <a:extLst>
                    <a:ext uri="{9D8B030D-6E8A-4147-A177-3AD203B41FA5}">
                      <a16:colId xmlns:a16="http://schemas.microsoft.com/office/drawing/2014/main" val="3012042761"/>
                    </a:ext>
                  </a:extLst>
                </a:gridCol>
              </a:tblGrid>
              <a:tr h="244867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UAV2-INFORMATION 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                                                    UAV2-VIDEO 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  <a:tr h="2448677">
                <a:tc>
                  <a:txBody>
                    <a:bodyPr/>
                    <a:lstStyle/>
                    <a:p>
                      <a:r>
                        <a:rPr lang="en-US" dirty="0"/>
                        <a:t>UAV2- change Information</a:t>
                      </a:r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7323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1D5A048-1ADF-F09A-C9EF-47FA1B1710FC}"/>
              </a:ext>
            </a:extLst>
          </p:cNvPr>
          <p:cNvSpPr/>
          <p:nvPr/>
        </p:nvSpPr>
        <p:spPr>
          <a:xfrm>
            <a:off x="5960970" y="6352510"/>
            <a:ext cx="1428972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DISARM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64029F-6905-7220-92AF-64A6C974C752}"/>
              </a:ext>
            </a:extLst>
          </p:cNvPr>
          <p:cNvSpPr/>
          <p:nvPr/>
        </p:nvSpPr>
        <p:spPr>
          <a:xfrm>
            <a:off x="5960969" y="5867838"/>
            <a:ext cx="141738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ARMING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8588C-9F26-CBE9-DC96-EB0CC36A7A28}"/>
              </a:ext>
            </a:extLst>
          </p:cNvPr>
          <p:cNvSpPr/>
          <p:nvPr/>
        </p:nvSpPr>
        <p:spPr>
          <a:xfrm>
            <a:off x="7389553" y="5870415"/>
            <a:ext cx="152049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TAKEOFF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C7707B-5B2F-4CCE-3F2F-F68996C5324F}"/>
              </a:ext>
            </a:extLst>
          </p:cNvPr>
          <p:cNvSpPr/>
          <p:nvPr/>
        </p:nvSpPr>
        <p:spPr>
          <a:xfrm>
            <a:off x="7387173" y="6365446"/>
            <a:ext cx="1520491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LANDING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C5B85C-B06B-558E-C0C3-EDB876BFA141}"/>
              </a:ext>
            </a:extLst>
          </p:cNvPr>
          <p:cNvSpPr/>
          <p:nvPr/>
        </p:nvSpPr>
        <p:spPr>
          <a:xfrm>
            <a:off x="8916481" y="5867838"/>
            <a:ext cx="1520489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MISSION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19093F-D44A-8010-1049-7EB4C6966927}"/>
              </a:ext>
            </a:extLst>
          </p:cNvPr>
          <p:cNvSpPr/>
          <p:nvPr/>
        </p:nvSpPr>
        <p:spPr>
          <a:xfrm>
            <a:off x="8916481" y="6356451"/>
            <a:ext cx="153206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PAUSE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8F188-BC92-80A0-416A-F42CA2FF30E3}"/>
              </a:ext>
            </a:extLst>
          </p:cNvPr>
          <p:cNvSpPr/>
          <p:nvPr/>
        </p:nvSpPr>
        <p:spPr>
          <a:xfrm>
            <a:off x="10448166" y="5867901"/>
            <a:ext cx="1723693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RETURN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3E08A7-F09B-DC5E-C66B-9D6601855425}"/>
              </a:ext>
            </a:extLst>
          </p:cNvPr>
          <p:cNvSpPr/>
          <p:nvPr/>
        </p:nvSpPr>
        <p:spPr>
          <a:xfrm>
            <a:off x="10459741" y="6355087"/>
            <a:ext cx="1714500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CONNECT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F0FC9C-0DB3-34DF-2768-E8699BF332AF}"/>
              </a:ext>
            </a:extLst>
          </p:cNvPr>
          <p:cNvSpPr txBox="1"/>
          <p:nvPr/>
        </p:nvSpPr>
        <p:spPr>
          <a:xfrm>
            <a:off x="16904" y="5894202"/>
            <a:ext cx="4197982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Teminal</a:t>
            </a:r>
            <a:r>
              <a:rPr lang="en-US" dirty="0"/>
              <a:t>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UAV1 ( MỤC ĐÍCH CHỈ TEST UAV1)</a:t>
            </a:r>
          </a:p>
          <a:p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B8C669-4781-846B-AB9F-7899D49BFCC6}"/>
              </a:ext>
            </a:extLst>
          </p:cNvPr>
          <p:cNvSpPr/>
          <p:nvPr/>
        </p:nvSpPr>
        <p:spPr>
          <a:xfrm>
            <a:off x="4226082" y="5862486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CLOSE/OPEN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BCFFCE-59F7-37D7-D1FF-885449D24409}"/>
              </a:ext>
            </a:extLst>
          </p:cNvPr>
          <p:cNvSpPr/>
          <p:nvPr/>
        </p:nvSpPr>
        <p:spPr>
          <a:xfrm>
            <a:off x="4223143" y="6350931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6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MISSION</a:t>
            </a:r>
            <a:endParaRPr lang="en-GB" sz="16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57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SCREEN4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166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SCM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UAV3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008651"/>
              </p:ext>
            </p:extLst>
          </p:nvPr>
        </p:nvGraphicFramePr>
        <p:xfrm>
          <a:off x="-3941" y="963798"/>
          <a:ext cx="12174489" cy="489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084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  <a:gridCol w="7961405">
                  <a:extLst>
                    <a:ext uri="{9D8B030D-6E8A-4147-A177-3AD203B41FA5}">
                      <a16:colId xmlns:a16="http://schemas.microsoft.com/office/drawing/2014/main" val="3012042761"/>
                    </a:ext>
                  </a:extLst>
                </a:gridCol>
              </a:tblGrid>
              <a:tr h="244867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UAV3-INFORMATION 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                                                    UAV3-VIDEO 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  <a:tr h="2448677">
                <a:tc>
                  <a:txBody>
                    <a:bodyPr/>
                    <a:lstStyle/>
                    <a:p>
                      <a:r>
                        <a:rPr lang="en-US" dirty="0"/>
                        <a:t>UAV3- change Information</a:t>
                      </a:r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7323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563CFC0-0438-5A03-B850-A686D0588A0B}"/>
              </a:ext>
            </a:extLst>
          </p:cNvPr>
          <p:cNvSpPr/>
          <p:nvPr/>
        </p:nvSpPr>
        <p:spPr>
          <a:xfrm>
            <a:off x="5960970" y="6352510"/>
            <a:ext cx="1428972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DISARM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14AFBD-D9DE-6EB7-EC73-D2E44574A3A6}"/>
              </a:ext>
            </a:extLst>
          </p:cNvPr>
          <p:cNvSpPr/>
          <p:nvPr/>
        </p:nvSpPr>
        <p:spPr>
          <a:xfrm>
            <a:off x="5960969" y="5867838"/>
            <a:ext cx="141738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ARMING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918F3-0478-5D25-8F8E-5F01095ACE65}"/>
              </a:ext>
            </a:extLst>
          </p:cNvPr>
          <p:cNvSpPr/>
          <p:nvPr/>
        </p:nvSpPr>
        <p:spPr>
          <a:xfrm>
            <a:off x="7389553" y="5870415"/>
            <a:ext cx="152049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TAKEOFF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148D09-55DC-EDA2-D3DF-2744E2221E5A}"/>
              </a:ext>
            </a:extLst>
          </p:cNvPr>
          <p:cNvSpPr/>
          <p:nvPr/>
        </p:nvSpPr>
        <p:spPr>
          <a:xfrm>
            <a:off x="7387173" y="6365446"/>
            <a:ext cx="1520491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LANDING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9E6D2D-CE58-83AF-5C69-469F05652DBF}"/>
              </a:ext>
            </a:extLst>
          </p:cNvPr>
          <p:cNvSpPr/>
          <p:nvPr/>
        </p:nvSpPr>
        <p:spPr>
          <a:xfrm>
            <a:off x="8916481" y="5867838"/>
            <a:ext cx="1520489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MISSION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17E184-E26F-6507-9E07-6F4AC84F4CB9}"/>
              </a:ext>
            </a:extLst>
          </p:cNvPr>
          <p:cNvSpPr/>
          <p:nvPr/>
        </p:nvSpPr>
        <p:spPr>
          <a:xfrm>
            <a:off x="8916481" y="6356451"/>
            <a:ext cx="153206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PAUSE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AB5DBD-63FC-3E64-44B5-CD00E5F9F811}"/>
              </a:ext>
            </a:extLst>
          </p:cNvPr>
          <p:cNvSpPr/>
          <p:nvPr/>
        </p:nvSpPr>
        <p:spPr>
          <a:xfrm>
            <a:off x="10448166" y="5867901"/>
            <a:ext cx="1723693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RETURN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2AC16D-11F2-5B84-A68A-2C1084680732}"/>
              </a:ext>
            </a:extLst>
          </p:cNvPr>
          <p:cNvSpPr/>
          <p:nvPr/>
        </p:nvSpPr>
        <p:spPr>
          <a:xfrm>
            <a:off x="10459741" y="6355087"/>
            <a:ext cx="1714500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CONNECT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6F02C3-78D4-616B-571D-06C1902D455D}"/>
              </a:ext>
            </a:extLst>
          </p:cNvPr>
          <p:cNvSpPr txBox="1"/>
          <p:nvPr/>
        </p:nvSpPr>
        <p:spPr>
          <a:xfrm>
            <a:off x="16904" y="5894202"/>
            <a:ext cx="4197982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Teminal</a:t>
            </a:r>
            <a:r>
              <a:rPr lang="en-US" dirty="0"/>
              <a:t>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UAV1 ( MỤC ĐÍCH CHỈ TEST UAV1)</a:t>
            </a:r>
          </a:p>
          <a:p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093283-4F84-70B8-7DFF-C1DF432BAC4D}"/>
              </a:ext>
            </a:extLst>
          </p:cNvPr>
          <p:cNvSpPr/>
          <p:nvPr/>
        </p:nvSpPr>
        <p:spPr>
          <a:xfrm>
            <a:off x="4226082" y="5862486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CLOSE/OPEN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292186-4F34-C141-1E6F-E13D3E8FCA31}"/>
              </a:ext>
            </a:extLst>
          </p:cNvPr>
          <p:cNvSpPr/>
          <p:nvPr/>
        </p:nvSpPr>
        <p:spPr>
          <a:xfrm>
            <a:off x="4223143" y="6350931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6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MISSION</a:t>
            </a:r>
            <a:endParaRPr lang="en-GB" sz="16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77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SCREEN5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166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SCM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UAV4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493249"/>
              </p:ext>
            </p:extLst>
          </p:nvPr>
        </p:nvGraphicFramePr>
        <p:xfrm>
          <a:off x="-3941" y="963798"/>
          <a:ext cx="12174489" cy="489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6627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  <a:gridCol w="7917862">
                  <a:extLst>
                    <a:ext uri="{9D8B030D-6E8A-4147-A177-3AD203B41FA5}">
                      <a16:colId xmlns:a16="http://schemas.microsoft.com/office/drawing/2014/main" val="3012042761"/>
                    </a:ext>
                  </a:extLst>
                </a:gridCol>
              </a:tblGrid>
              <a:tr h="244867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UAV4-INFORMATION 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                                                    UAV4-VIDEO 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  <a:tr h="2448677">
                <a:tc>
                  <a:txBody>
                    <a:bodyPr/>
                    <a:lstStyle/>
                    <a:p>
                      <a:r>
                        <a:rPr lang="en-US" dirty="0"/>
                        <a:t>UAV4- change Information</a:t>
                      </a:r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7323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03B30D9-CADD-FEB3-E28F-C26645003950}"/>
              </a:ext>
            </a:extLst>
          </p:cNvPr>
          <p:cNvSpPr/>
          <p:nvPr/>
        </p:nvSpPr>
        <p:spPr>
          <a:xfrm>
            <a:off x="5960970" y="6352510"/>
            <a:ext cx="1428972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DISARM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8459CC-C862-A4AC-9484-91B654D0E862}"/>
              </a:ext>
            </a:extLst>
          </p:cNvPr>
          <p:cNvSpPr/>
          <p:nvPr/>
        </p:nvSpPr>
        <p:spPr>
          <a:xfrm>
            <a:off x="5960969" y="5867838"/>
            <a:ext cx="141738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ARMING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4D45FE-66BF-FDE7-B7BF-B6A4C843D34C}"/>
              </a:ext>
            </a:extLst>
          </p:cNvPr>
          <p:cNvSpPr/>
          <p:nvPr/>
        </p:nvSpPr>
        <p:spPr>
          <a:xfrm>
            <a:off x="7389553" y="5870415"/>
            <a:ext cx="152049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TAKEOFF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9BD52-24C1-3014-26E8-2184434543C6}"/>
              </a:ext>
            </a:extLst>
          </p:cNvPr>
          <p:cNvSpPr/>
          <p:nvPr/>
        </p:nvSpPr>
        <p:spPr>
          <a:xfrm>
            <a:off x="7387173" y="6365446"/>
            <a:ext cx="1520491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LANDING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E5E90-968D-8B64-832C-579347789596}"/>
              </a:ext>
            </a:extLst>
          </p:cNvPr>
          <p:cNvSpPr/>
          <p:nvPr/>
        </p:nvSpPr>
        <p:spPr>
          <a:xfrm>
            <a:off x="8916481" y="5867838"/>
            <a:ext cx="1520489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MISSION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2EBF2-5DF8-728E-93AE-3F8644196CF2}"/>
              </a:ext>
            </a:extLst>
          </p:cNvPr>
          <p:cNvSpPr/>
          <p:nvPr/>
        </p:nvSpPr>
        <p:spPr>
          <a:xfrm>
            <a:off x="8916481" y="6356451"/>
            <a:ext cx="153206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PAUSE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5F3E2F-5999-F58E-472D-1F7AD59BB9A7}"/>
              </a:ext>
            </a:extLst>
          </p:cNvPr>
          <p:cNvSpPr/>
          <p:nvPr/>
        </p:nvSpPr>
        <p:spPr>
          <a:xfrm>
            <a:off x="10448166" y="5867901"/>
            <a:ext cx="1723693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RETURN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78941A-11A6-F82A-9CB1-21322D36F1C4}"/>
              </a:ext>
            </a:extLst>
          </p:cNvPr>
          <p:cNvSpPr/>
          <p:nvPr/>
        </p:nvSpPr>
        <p:spPr>
          <a:xfrm>
            <a:off x="10459741" y="6355087"/>
            <a:ext cx="1714500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CONNECT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1A75F2-DEF8-4D29-02CE-76C73B41E474}"/>
              </a:ext>
            </a:extLst>
          </p:cNvPr>
          <p:cNvSpPr txBox="1"/>
          <p:nvPr/>
        </p:nvSpPr>
        <p:spPr>
          <a:xfrm>
            <a:off x="16904" y="5894202"/>
            <a:ext cx="4197982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Teminal</a:t>
            </a:r>
            <a:r>
              <a:rPr lang="en-US" dirty="0"/>
              <a:t>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UAV1 ( MỤC ĐÍCH CHỈ TEST UAV1)</a:t>
            </a:r>
          </a:p>
          <a:p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42CC39-4CB1-3290-AB05-08A92E41C9D0}"/>
              </a:ext>
            </a:extLst>
          </p:cNvPr>
          <p:cNvSpPr/>
          <p:nvPr/>
        </p:nvSpPr>
        <p:spPr>
          <a:xfrm>
            <a:off x="4226082" y="5862486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CLOSE/OPEN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622951-E6A3-1C2F-A65F-55AC97874FB4}"/>
              </a:ext>
            </a:extLst>
          </p:cNvPr>
          <p:cNvSpPr/>
          <p:nvPr/>
        </p:nvSpPr>
        <p:spPr>
          <a:xfrm>
            <a:off x="4223143" y="6350931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6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MISSION</a:t>
            </a:r>
            <a:endParaRPr lang="en-GB" sz="16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160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SCREEN6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166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SCM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UAV5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169382"/>
              </p:ext>
            </p:extLst>
          </p:nvPr>
        </p:nvGraphicFramePr>
        <p:xfrm>
          <a:off x="-3941" y="963798"/>
          <a:ext cx="12174489" cy="489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084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  <a:gridCol w="7961405">
                  <a:extLst>
                    <a:ext uri="{9D8B030D-6E8A-4147-A177-3AD203B41FA5}">
                      <a16:colId xmlns:a16="http://schemas.microsoft.com/office/drawing/2014/main" val="3012042761"/>
                    </a:ext>
                  </a:extLst>
                </a:gridCol>
              </a:tblGrid>
              <a:tr h="244867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UAV5-INFORMATION 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                                                    UAV5-VIDEO 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  <a:tr h="2448677">
                <a:tc>
                  <a:txBody>
                    <a:bodyPr/>
                    <a:lstStyle/>
                    <a:p>
                      <a:r>
                        <a:rPr lang="en-US" dirty="0"/>
                        <a:t>UAV5- change </a:t>
                      </a:r>
                      <a:r>
                        <a:rPr lang="en-US" dirty="0" err="1"/>
                        <a:t>Infomation</a:t>
                      </a:r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7323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77DAFAB-6112-069F-E265-7AD7C7117116}"/>
              </a:ext>
            </a:extLst>
          </p:cNvPr>
          <p:cNvSpPr/>
          <p:nvPr/>
        </p:nvSpPr>
        <p:spPr>
          <a:xfrm>
            <a:off x="5960970" y="6352510"/>
            <a:ext cx="1428972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DISARM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3EDA7-CBC3-D88D-3287-08C1F0B8A3FC}"/>
              </a:ext>
            </a:extLst>
          </p:cNvPr>
          <p:cNvSpPr/>
          <p:nvPr/>
        </p:nvSpPr>
        <p:spPr>
          <a:xfrm>
            <a:off x="5960969" y="5867838"/>
            <a:ext cx="141738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ARMING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4CDCB5-5A8B-FACC-F30B-ED302392664C}"/>
              </a:ext>
            </a:extLst>
          </p:cNvPr>
          <p:cNvSpPr/>
          <p:nvPr/>
        </p:nvSpPr>
        <p:spPr>
          <a:xfrm>
            <a:off x="7389553" y="5870415"/>
            <a:ext cx="152049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TAKEOFF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A4F09-0E08-4924-85A1-F64EF5D648D5}"/>
              </a:ext>
            </a:extLst>
          </p:cNvPr>
          <p:cNvSpPr/>
          <p:nvPr/>
        </p:nvSpPr>
        <p:spPr>
          <a:xfrm>
            <a:off x="7387173" y="6365446"/>
            <a:ext cx="1520491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LANDING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2B39F0-11BD-0E87-FCDA-FD497D346C18}"/>
              </a:ext>
            </a:extLst>
          </p:cNvPr>
          <p:cNvSpPr/>
          <p:nvPr/>
        </p:nvSpPr>
        <p:spPr>
          <a:xfrm>
            <a:off x="8916481" y="5867838"/>
            <a:ext cx="1520489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MISSION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5712AC-4ED4-7C29-1828-B71C9BDD756B}"/>
              </a:ext>
            </a:extLst>
          </p:cNvPr>
          <p:cNvSpPr/>
          <p:nvPr/>
        </p:nvSpPr>
        <p:spPr>
          <a:xfrm>
            <a:off x="8916481" y="6356451"/>
            <a:ext cx="153206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PAUSE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8BD878-A6DC-AC4E-456A-19B9E44B824A}"/>
              </a:ext>
            </a:extLst>
          </p:cNvPr>
          <p:cNvSpPr/>
          <p:nvPr/>
        </p:nvSpPr>
        <p:spPr>
          <a:xfrm>
            <a:off x="10448166" y="5867901"/>
            <a:ext cx="1723693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RETURN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61CF2-2351-22F1-2481-20A9232E493D}"/>
              </a:ext>
            </a:extLst>
          </p:cNvPr>
          <p:cNvSpPr/>
          <p:nvPr/>
        </p:nvSpPr>
        <p:spPr>
          <a:xfrm>
            <a:off x="10459741" y="6355087"/>
            <a:ext cx="1714500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CONNECT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038F97-6A24-B2D2-4AF4-A2C18052A5E3}"/>
              </a:ext>
            </a:extLst>
          </p:cNvPr>
          <p:cNvSpPr txBox="1"/>
          <p:nvPr/>
        </p:nvSpPr>
        <p:spPr>
          <a:xfrm>
            <a:off x="16904" y="5894202"/>
            <a:ext cx="4197982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Teminal</a:t>
            </a:r>
            <a:r>
              <a:rPr lang="en-US" dirty="0"/>
              <a:t>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UAV1 ( MỤC ĐÍCH CHỈ TEST UAV1)</a:t>
            </a:r>
          </a:p>
          <a:p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21AAE8-F2CD-90D4-3ADD-95E5B1E9A5F6}"/>
              </a:ext>
            </a:extLst>
          </p:cNvPr>
          <p:cNvSpPr/>
          <p:nvPr/>
        </p:nvSpPr>
        <p:spPr>
          <a:xfrm>
            <a:off x="4226082" y="5862486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CLOSE/OPEN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9B0143-6592-8587-3A65-D92B996A977C}"/>
              </a:ext>
            </a:extLst>
          </p:cNvPr>
          <p:cNvSpPr/>
          <p:nvPr/>
        </p:nvSpPr>
        <p:spPr>
          <a:xfrm>
            <a:off x="4223143" y="6350931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6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MISSION</a:t>
            </a:r>
            <a:endParaRPr lang="en-GB" sz="16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66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SCREEN7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166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SCM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UAV6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195626"/>
              </p:ext>
            </p:extLst>
          </p:nvPr>
        </p:nvGraphicFramePr>
        <p:xfrm>
          <a:off x="-3941" y="963798"/>
          <a:ext cx="12174489" cy="4897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7598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  <a:gridCol w="7946891">
                  <a:extLst>
                    <a:ext uri="{9D8B030D-6E8A-4147-A177-3AD203B41FA5}">
                      <a16:colId xmlns:a16="http://schemas.microsoft.com/office/drawing/2014/main" val="3012042761"/>
                    </a:ext>
                  </a:extLst>
                </a:gridCol>
              </a:tblGrid>
              <a:tr h="244867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UAV6-INFORMATION 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                                                      UAV6-VIDEO &amp; DETECTION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  <a:tr h="2448677">
                <a:tc>
                  <a:txBody>
                    <a:bodyPr/>
                    <a:lstStyle/>
                    <a:p>
                      <a:r>
                        <a:rPr lang="en-US" dirty="0"/>
                        <a:t>UAV6- change </a:t>
                      </a:r>
                      <a:r>
                        <a:rPr lang="en-US" dirty="0" err="1"/>
                        <a:t>Infomation</a:t>
                      </a:r>
                      <a:endParaRPr lang="en-GB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67323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D393E26-3157-1A32-FA41-6688BBD4FD62}"/>
              </a:ext>
            </a:extLst>
          </p:cNvPr>
          <p:cNvSpPr/>
          <p:nvPr/>
        </p:nvSpPr>
        <p:spPr>
          <a:xfrm>
            <a:off x="5960970" y="6352510"/>
            <a:ext cx="1428972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DISARM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C552C4-BE38-C9EF-3C09-155F02A7E7DA}"/>
              </a:ext>
            </a:extLst>
          </p:cNvPr>
          <p:cNvSpPr/>
          <p:nvPr/>
        </p:nvSpPr>
        <p:spPr>
          <a:xfrm>
            <a:off x="5960969" y="5867838"/>
            <a:ext cx="141738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ARMING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D8DFA2-E0E2-DD56-7E0A-53367DF01D89}"/>
              </a:ext>
            </a:extLst>
          </p:cNvPr>
          <p:cNvSpPr/>
          <p:nvPr/>
        </p:nvSpPr>
        <p:spPr>
          <a:xfrm>
            <a:off x="7389553" y="5870415"/>
            <a:ext cx="152049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TAKEOFF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EE708-095F-E698-7A94-E1C1F598E586}"/>
              </a:ext>
            </a:extLst>
          </p:cNvPr>
          <p:cNvSpPr/>
          <p:nvPr/>
        </p:nvSpPr>
        <p:spPr>
          <a:xfrm>
            <a:off x="7387173" y="6365446"/>
            <a:ext cx="1520491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LANDING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3B722A-8CE3-74E5-833E-755D710E2C51}"/>
              </a:ext>
            </a:extLst>
          </p:cNvPr>
          <p:cNvSpPr/>
          <p:nvPr/>
        </p:nvSpPr>
        <p:spPr>
          <a:xfrm>
            <a:off x="8916481" y="5867838"/>
            <a:ext cx="1520489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MISSION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4DC78-BDFE-26F4-0B36-E20103E9F028}"/>
              </a:ext>
            </a:extLst>
          </p:cNvPr>
          <p:cNvSpPr/>
          <p:nvPr/>
        </p:nvSpPr>
        <p:spPr>
          <a:xfrm>
            <a:off x="8916481" y="6356451"/>
            <a:ext cx="1532067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PAUSE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DC9977-3BFD-CDFE-2981-EFCDCDEE8262}"/>
              </a:ext>
            </a:extLst>
          </p:cNvPr>
          <p:cNvSpPr/>
          <p:nvPr/>
        </p:nvSpPr>
        <p:spPr>
          <a:xfrm>
            <a:off x="10448166" y="5867901"/>
            <a:ext cx="1723693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RETURN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BCF8FF-3C59-423A-90DA-103D643BFC8B}"/>
              </a:ext>
            </a:extLst>
          </p:cNvPr>
          <p:cNvSpPr/>
          <p:nvPr/>
        </p:nvSpPr>
        <p:spPr>
          <a:xfrm>
            <a:off x="10459741" y="6355087"/>
            <a:ext cx="1714500" cy="4846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CONNECT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ACEE27-74AA-B75F-60BA-BD3018674D31}"/>
              </a:ext>
            </a:extLst>
          </p:cNvPr>
          <p:cNvSpPr txBox="1"/>
          <p:nvPr/>
        </p:nvSpPr>
        <p:spPr>
          <a:xfrm>
            <a:off x="16904" y="5894202"/>
            <a:ext cx="4197982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Teminal</a:t>
            </a:r>
            <a:r>
              <a:rPr lang="en-US" dirty="0"/>
              <a:t>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UAV1 ( MỤC ĐÍCH CHỈ TEST UAV1)</a:t>
            </a:r>
          </a:p>
          <a:p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29217E-7128-28D0-E133-4A5C407036D2}"/>
              </a:ext>
            </a:extLst>
          </p:cNvPr>
          <p:cNvSpPr/>
          <p:nvPr/>
        </p:nvSpPr>
        <p:spPr>
          <a:xfrm>
            <a:off x="4226082" y="5862486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CLOSE/OPEN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AF1257-EEC2-44DD-C36E-6C3EFD53EFB4}"/>
              </a:ext>
            </a:extLst>
          </p:cNvPr>
          <p:cNvSpPr/>
          <p:nvPr/>
        </p:nvSpPr>
        <p:spPr>
          <a:xfrm>
            <a:off x="4223143" y="6350931"/>
            <a:ext cx="1723693" cy="484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6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MISSION</a:t>
            </a:r>
            <a:endParaRPr lang="en-GB" sz="16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64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SCREEN8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166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RESCUE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522056"/>
              </p:ext>
            </p:extLst>
          </p:nvPr>
        </p:nvGraphicFramePr>
        <p:xfrm>
          <a:off x="0" y="963798"/>
          <a:ext cx="12170548" cy="5894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0548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</a:tblGrid>
              <a:tr h="58942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RECUSE MAP</a:t>
                      </a:r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74C3B31F-2F9A-6861-E29F-451602705A1D}"/>
              </a:ext>
            </a:extLst>
          </p:cNvPr>
          <p:cNvSpPr/>
          <p:nvPr/>
        </p:nvSpPr>
        <p:spPr>
          <a:xfrm>
            <a:off x="351945" y="1241941"/>
            <a:ext cx="1798268" cy="2758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FILE POINT</a:t>
            </a:r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6C2B98-E6E2-6B19-A19B-E1F10E907278}"/>
              </a:ext>
            </a:extLst>
          </p:cNvPr>
          <p:cNvSpPr/>
          <p:nvPr/>
        </p:nvSpPr>
        <p:spPr>
          <a:xfrm>
            <a:off x="351945" y="1646117"/>
            <a:ext cx="1798268" cy="2758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FILE POINT</a:t>
            </a:r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1A072-7F6B-DF74-186D-42B56010A070}"/>
              </a:ext>
            </a:extLst>
          </p:cNvPr>
          <p:cNvSpPr/>
          <p:nvPr/>
        </p:nvSpPr>
        <p:spPr>
          <a:xfrm>
            <a:off x="351945" y="2038721"/>
            <a:ext cx="1798268" cy="2758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 POINT</a:t>
            </a:r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87A35-7A83-756B-59E2-AA45544C41B5}"/>
              </a:ext>
            </a:extLst>
          </p:cNvPr>
          <p:cNvSpPr/>
          <p:nvPr/>
        </p:nvSpPr>
        <p:spPr>
          <a:xfrm>
            <a:off x="351945" y="2446604"/>
            <a:ext cx="1798268" cy="6814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A9E44-A80C-D0E8-8880-CBB167F33A6E}"/>
              </a:ext>
            </a:extLst>
          </p:cNvPr>
          <p:cNvSpPr txBox="1"/>
          <p:nvPr/>
        </p:nvSpPr>
        <p:spPr>
          <a:xfrm>
            <a:off x="470647" y="2442047"/>
            <a:ext cx="1864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NUMBER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3695AA-3805-57B1-36DE-7062C4CBA19D}"/>
              </a:ext>
            </a:extLst>
          </p:cNvPr>
          <p:cNvSpPr/>
          <p:nvPr/>
        </p:nvSpPr>
        <p:spPr>
          <a:xfrm>
            <a:off x="697930" y="2811379"/>
            <a:ext cx="968188" cy="2664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…….</a:t>
            </a:r>
            <a:endParaRPr lang="en-GB" dirty="0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9B853F-573B-38F6-E5A5-C10ECB0F8B4A}"/>
              </a:ext>
            </a:extLst>
          </p:cNvPr>
          <p:cNvSpPr/>
          <p:nvPr/>
        </p:nvSpPr>
        <p:spPr>
          <a:xfrm>
            <a:off x="351945" y="3261970"/>
            <a:ext cx="1798268" cy="2758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GRID</a:t>
            </a:r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C5C226-EF6A-1914-717E-4BB8A50BBB07}"/>
              </a:ext>
            </a:extLst>
          </p:cNvPr>
          <p:cNvSpPr/>
          <p:nvPr/>
        </p:nvSpPr>
        <p:spPr>
          <a:xfrm>
            <a:off x="351945" y="3689299"/>
            <a:ext cx="1798268" cy="4537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ON/OFF FLIGHT ROUTE</a:t>
            </a:r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790A9-1D5E-DE1B-8687-66F2C4C9FA8B}"/>
              </a:ext>
            </a:extLst>
          </p:cNvPr>
          <p:cNvSpPr/>
          <p:nvPr/>
        </p:nvSpPr>
        <p:spPr>
          <a:xfrm>
            <a:off x="351945" y="4333735"/>
            <a:ext cx="1798268" cy="2758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POINT</a:t>
            </a:r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E7EA9B-77E2-3D28-0BDA-68FC8CB1D911}"/>
              </a:ext>
            </a:extLst>
          </p:cNvPr>
          <p:cNvSpPr/>
          <p:nvPr/>
        </p:nvSpPr>
        <p:spPr>
          <a:xfrm>
            <a:off x="351945" y="4829055"/>
            <a:ext cx="1798268" cy="6814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B331E1-FEEE-5E8B-3445-57F1A9FBCFF9}"/>
              </a:ext>
            </a:extLst>
          </p:cNvPr>
          <p:cNvSpPr txBox="1"/>
          <p:nvPr/>
        </p:nvSpPr>
        <p:spPr>
          <a:xfrm>
            <a:off x="603676" y="4826777"/>
            <a:ext cx="1864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GRID SPACE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512009-01BC-3DF2-8E00-FC784C62E588}"/>
              </a:ext>
            </a:extLst>
          </p:cNvPr>
          <p:cNvSpPr/>
          <p:nvPr/>
        </p:nvSpPr>
        <p:spPr>
          <a:xfrm>
            <a:off x="697930" y="5193830"/>
            <a:ext cx="968188" cy="2664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…….</a:t>
            </a:r>
            <a:endParaRPr lang="en-GB" dirty="0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24A968-7446-28F0-286F-8AA028B4B060}"/>
              </a:ext>
            </a:extLst>
          </p:cNvPr>
          <p:cNvSpPr txBox="1"/>
          <p:nvPr/>
        </p:nvSpPr>
        <p:spPr>
          <a:xfrm>
            <a:off x="10473555" y="1390206"/>
            <a:ext cx="1864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(m2)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673994-C027-9755-2930-A32CA6FADD9A}"/>
              </a:ext>
            </a:extLst>
          </p:cNvPr>
          <p:cNvSpPr/>
          <p:nvPr/>
        </p:nvSpPr>
        <p:spPr>
          <a:xfrm>
            <a:off x="10566021" y="1759538"/>
            <a:ext cx="968188" cy="2664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…….</a:t>
            </a:r>
            <a:endParaRPr lang="en-GB" dirty="0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0DE87F-9A97-A761-ED84-5937FAB3AC4C}"/>
              </a:ext>
            </a:extLst>
          </p:cNvPr>
          <p:cNvSpPr/>
          <p:nvPr/>
        </p:nvSpPr>
        <p:spPr>
          <a:xfrm>
            <a:off x="351945" y="6304526"/>
            <a:ext cx="1798268" cy="2758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MISSION</a:t>
            </a:r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F36E78-8C22-4CAD-D4D2-B9A31640FBC9}"/>
              </a:ext>
            </a:extLst>
          </p:cNvPr>
          <p:cNvCxnSpPr>
            <a:cxnSpLocks/>
            <a:endCxn id="25" idx="3"/>
          </p:cNvCxnSpPr>
          <p:nvPr/>
        </p:nvCxnSpPr>
        <p:spPr>
          <a:xfrm flipV="1">
            <a:off x="11192719" y="1892748"/>
            <a:ext cx="341490" cy="822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EF76CE8-1F6E-893F-449D-A9E83372BBB9}"/>
              </a:ext>
            </a:extLst>
          </p:cNvPr>
          <p:cNvSpPr txBox="1"/>
          <p:nvPr/>
        </p:nvSpPr>
        <p:spPr>
          <a:xfrm>
            <a:off x="9765468" y="2677961"/>
            <a:ext cx="2151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chìm</a:t>
            </a:r>
            <a:r>
              <a:rPr lang="en-US" dirty="0"/>
              <a:t> ko </a:t>
            </a:r>
            <a:r>
              <a:rPr lang="en-US" dirty="0" err="1"/>
              <a:t>viền</a:t>
            </a:r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BE8A2C-BC91-F758-724A-4F23DFF17318}"/>
              </a:ext>
            </a:extLst>
          </p:cNvPr>
          <p:cNvSpPr/>
          <p:nvPr/>
        </p:nvSpPr>
        <p:spPr>
          <a:xfrm>
            <a:off x="351945" y="5703873"/>
            <a:ext cx="1798268" cy="45456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FILE MISSION</a:t>
            </a:r>
            <a:endParaRPr lang="en-GB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36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SCREEN9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166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194035"/>
              </p:ext>
            </p:extLst>
          </p:nvPr>
        </p:nvGraphicFramePr>
        <p:xfrm>
          <a:off x="0" y="963798"/>
          <a:ext cx="12170548" cy="5894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0548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</a:tblGrid>
              <a:tr h="5894202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59E2DDF-5E0E-93C2-D4E7-50B9DB1B4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903" y="959336"/>
            <a:ext cx="12208903" cy="589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62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6E89D0-7786-C53D-9926-82679D09DEE8}"/>
              </a:ext>
            </a:extLst>
          </p:cNvPr>
          <p:cNvSpPr/>
          <p:nvPr/>
        </p:nvSpPr>
        <p:spPr>
          <a:xfrm>
            <a:off x="-16903" y="0"/>
            <a:ext cx="12192000" cy="943947"/>
          </a:xfrm>
          <a:prstGeom prst="rect">
            <a:avLst/>
          </a:prstGeom>
          <a:solidFill>
            <a:srgbClr val="72E4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F7A22-470E-3DF4-3B02-9B023A518593}"/>
              </a:ext>
            </a:extLst>
          </p:cNvPr>
          <p:cNvSpPr/>
          <p:nvPr/>
        </p:nvSpPr>
        <p:spPr>
          <a:xfrm>
            <a:off x="2334899" y="-5080"/>
            <a:ext cx="834177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INTELLIGENT </a:t>
            </a:r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MONITORING AND CONTROL SOFTWARE </a:t>
            </a:r>
          </a:p>
          <a:p>
            <a:pPr algn="ctr"/>
            <a:r>
              <a:rPr lang="en-GB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FOR DRONE SWARMS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8" name="Picture 17" descr="A blue and white circle with text&#10;&#10;Description automatically generated">
            <a:extLst>
              <a:ext uri="{FF2B5EF4-FFF2-40B4-BE49-F238E27FC236}">
                <a16:creationId xmlns:a16="http://schemas.microsoft.com/office/drawing/2014/main" id="{FEFF53A4-85DA-63FC-3D4E-F907CFE39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84" y="19853"/>
            <a:ext cx="904240" cy="904240"/>
          </a:xfrm>
          <a:prstGeom prst="rect">
            <a:avLst/>
          </a:prstGeom>
        </p:spPr>
      </p:pic>
      <p:pic>
        <p:nvPicPr>
          <p:cNvPr id="20" name="Picture 19" descr="A blue and white logo&#10;&#10;Description automatically generated">
            <a:extLst>
              <a:ext uri="{FF2B5EF4-FFF2-40B4-BE49-F238E27FC236}">
                <a16:creationId xmlns:a16="http://schemas.microsoft.com/office/drawing/2014/main" id="{953AF7C6-BC9C-9020-F02B-0BBEBFD9F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6" y="19853"/>
            <a:ext cx="904240" cy="9042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F674A3-0FE2-F14C-6D06-823D3787086C}"/>
              </a:ext>
            </a:extLst>
          </p:cNvPr>
          <p:cNvSpPr/>
          <p:nvPr/>
        </p:nvSpPr>
        <p:spPr>
          <a:xfrm>
            <a:off x="10671812" y="0"/>
            <a:ext cx="1501666" cy="4343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SCREEN10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C007A-94AC-C7CC-E09D-B897E079A067}"/>
              </a:ext>
            </a:extLst>
          </p:cNvPr>
          <p:cNvSpPr/>
          <p:nvPr/>
        </p:nvSpPr>
        <p:spPr>
          <a:xfrm>
            <a:off x="10670193" y="434311"/>
            <a:ext cx="1500356" cy="502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23C77F64-5FC0-494B-253A-D8C506F5E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621172"/>
              </p:ext>
            </p:extLst>
          </p:nvPr>
        </p:nvGraphicFramePr>
        <p:xfrm>
          <a:off x="0" y="963798"/>
          <a:ext cx="12170548" cy="5894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0548">
                  <a:extLst>
                    <a:ext uri="{9D8B030D-6E8A-4147-A177-3AD203B41FA5}">
                      <a16:colId xmlns:a16="http://schemas.microsoft.com/office/drawing/2014/main" val="3087767615"/>
                    </a:ext>
                  </a:extLst>
                </a:gridCol>
              </a:tblGrid>
              <a:tr h="5894202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30271"/>
                  </a:ext>
                </a:extLst>
              </a:tr>
            </a:tbl>
          </a:graphicData>
        </a:graphic>
      </p:graphicFrame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BB7CF6D0-FE8B-FB66-D0DA-1F7F53F92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144198"/>
              </p:ext>
            </p:extLst>
          </p:nvPr>
        </p:nvGraphicFramePr>
        <p:xfrm>
          <a:off x="333827" y="1609380"/>
          <a:ext cx="1152434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967">
                  <a:extLst>
                    <a:ext uri="{9D8B030D-6E8A-4147-A177-3AD203B41FA5}">
                      <a16:colId xmlns:a16="http://schemas.microsoft.com/office/drawing/2014/main" val="3517179551"/>
                    </a:ext>
                  </a:extLst>
                </a:gridCol>
                <a:gridCol w="2310177">
                  <a:extLst>
                    <a:ext uri="{9D8B030D-6E8A-4147-A177-3AD203B41FA5}">
                      <a16:colId xmlns:a16="http://schemas.microsoft.com/office/drawing/2014/main" val="363877145"/>
                    </a:ext>
                  </a:extLst>
                </a:gridCol>
                <a:gridCol w="4194629">
                  <a:extLst>
                    <a:ext uri="{9D8B030D-6E8A-4147-A177-3AD203B41FA5}">
                      <a16:colId xmlns:a16="http://schemas.microsoft.com/office/drawing/2014/main" val="3686430255"/>
                    </a:ext>
                  </a:extLst>
                </a:gridCol>
                <a:gridCol w="2075543">
                  <a:extLst>
                    <a:ext uri="{9D8B030D-6E8A-4147-A177-3AD203B41FA5}">
                      <a16:colId xmlns:a16="http://schemas.microsoft.com/office/drawing/2014/main" val="2306210984"/>
                    </a:ext>
                  </a:extLst>
                </a:gridCol>
                <a:gridCol w="2061031">
                  <a:extLst>
                    <a:ext uri="{9D8B030D-6E8A-4147-A177-3AD203B41FA5}">
                      <a16:colId xmlns:a16="http://schemas.microsoft.com/office/drawing/2014/main" val="1207609605"/>
                    </a:ext>
                  </a:extLst>
                </a:gridCol>
              </a:tblGrid>
              <a:tr h="359574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Vehical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Port Serial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Source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Enable Swarms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Enable Detection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939070"/>
                  </a:ext>
                </a:extLst>
              </a:tr>
              <a:tr h="3595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UAV1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…. (ttyUSB0)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Video mp4/</a:t>
                      </a:r>
                      <a:r>
                        <a:rPr lang="en-US" dirty="0" err="1"/>
                        <a:t>wepcam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rtsp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lựa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chọn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tích</a:t>
                      </a:r>
                      <a:r>
                        <a:rPr lang="en-US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dirty="0" err="1"/>
                        <a:t>lựa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chọn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tích</a:t>
                      </a:r>
                      <a:r>
                        <a:rPr lang="en-US" dirty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210666"/>
                  </a:ext>
                </a:extLst>
              </a:tr>
              <a:tr h="3595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UAV2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79262"/>
                  </a:ext>
                </a:extLst>
              </a:tr>
              <a:tr h="3595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UAV3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844091"/>
                  </a:ext>
                </a:extLst>
              </a:tr>
              <a:tr h="3595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UAV4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803056"/>
                  </a:ext>
                </a:extLst>
              </a:tr>
              <a:tr h="3595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UAV5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618747"/>
                  </a:ext>
                </a:extLst>
              </a:tr>
              <a:tr h="3595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UAV6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6373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4123CA2-3B36-F055-B334-305F1795656B}"/>
              </a:ext>
            </a:extLst>
          </p:cNvPr>
          <p:cNvSpPr txBox="1"/>
          <p:nvPr/>
        </p:nvSpPr>
        <p:spPr>
          <a:xfrm>
            <a:off x="2716295" y="1101923"/>
            <a:ext cx="414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Telemetry &amp;Video Setting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198F6-1B79-EEB7-4B2D-CEF787C0A5EA}"/>
              </a:ext>
            </a:extLst>
          </p:cNvPr>
          <p:cNvSpPr txBox="1"/>
          <p:nvPr/>
        </p:nvSpPr>
        <p:spPr>
          <a:xfrm>
            <a:off x="8979998" y="1107759"/>
            <a:ext cx="414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Swarms Setting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9E5B34-FF77-AA17-D4D2-06F14300A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043" y="4446604"/>
            <a:ext cx="8108108" cy="114432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D00596-2729-3157-BC2A-692F48F40A7D}"/>
              </a:ext>
            </a:extLst>
          </p:cNvPr>
          <p:cNvSpPr/>
          <p:nvPr/>
        </p:nvSpPr>
        <p:spPr>
          <a:xfrm>
            <a:off x="6951245" y="6361753"/>
            <a:ext cx="1339026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TAKEOFF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76713B-00F1-D429-B019-A37C6315E1B4}"/>
              </a:ext>
            </a:extLst>
          </p:cNvPr>
          <p:cNvSpPr/>
          <p:nvPr/>
        </p:nvSpPr>
        <p:spPr>
          <a:xfrm>
            <a:off x="5244643" y="5870922"/>
            <a:ext cx="1703603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ARMING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8F5853-4116-C1F3-575B-55CD5A79B2B9}"/>
              </a:ext>
            </a:extLst>
          </p:cNvPr>
          <p:cNvSpPr/>
          <p:nvPr/>
        </p:nvSpPr>
        <p:spPr>
          <a:xfrm>
            <a:off x="8291582" y="5861152"/>
            <a:ext cx="134953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LANDING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9187FD-7A27-73C8-75BD-58EF48261F02}"/>
              </a:ext>
            </a:extLst>
          </p:cNvPr>
          <p:cNvSpPr/>
          <p:nvPr/>
        </p:nvSpPr>
        <p:spPr>
          <a:xfrm>
            <a:off x="8291582" y="6352510"/>
            <a:ext cx="1350268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MISSION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B75B27-2224-7A8E-C093-DA6EC9CA6B1C}"/>
              </a:ext>
            </a:extLst>
          </p:cNvPr>
          <p:cNvSpPr/>
          <p:nvPr/>
        </p:nvSpPr>
        <p:spPr>
          <a:xfrm>
            <a:off x="9639228" y="5867838"/>
            <a:ext cx="1180479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RETURN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996B6-0523-C5A8-CF8D-0A7B7637C250}"/>
              </a:ext>
            </a:extLst>
          </p:cNvPr>
          <p:cNvSpPr/>
          <p:nvPr/>
        </p:nvSpPr>
        <p:spPr>
          <a:xfrm>
            <a:off x="9643161" y="6370361"/>
            <a:ext cx="1188361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PAUSE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94B622-47CC-322A-79B1-508B28561F89}"/>
              </a:ext>
            </a:extLst>
          </p:cNvPr>
          <p:cNvSpPr/>
          <p:nvPr/>
        </p:nvSpPr>
        <p:spPr>
          <a:xfrm>
            <a:off x="10822329" y="6352510"/>
            <a:ext cx="1349530" cy="4846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CONNECT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A726D9-8933-D085-EC80-3CFA5DB422F6}"/>
              </a:ext>
            </a:extLst>
          </p:cNvPr>
          <p:cNvSpPr/>
          <p:nvPr/>
        </p:nvSpPr>
        <p:spPr>
          <a:xfrm>
            <a:off x="10821018" y="5867838"/>
            <a:ext cx="1349530" cy="4846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START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D91680-D90D-7030-F757-AE37033FED12}"/>
              </a:ext>
            </a:extLst>
          </p:cNvPr>
          <p:cNvSpPr txBox="1"/>
          <p:nvPr/>
        </p:nvSpPr>
        <p:spPr>
          <a:xfrm>
            <a:off x="16904" y="5894202"/>
            <a:ext cx="5218652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Teminal</a:t>
            </a:r>
            <a:r>
              <a:rPr lang="en-US" dirty="0"/>
              <a:t>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6UAV (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7787FF-0072-A767-3A51-E1D2D0C937B9}"/>
              </a:ext>
            </a:extLst>
          </p:cNvPr>
          <p:cNvSpPr/>
          <p:nvPr/>
        </p:nvSpPr>
        <p:spPr>
          <a:xfrm>
            <a:off x="6947357" y="5867838"/>
            <a:ext cx="1339025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DISARM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F7AFAB-9D50-6D60-766B-ADF7633D66AF}"/>
              </a:ext>
            </a:extLst>
          </p:cNvPr>
          <p:cNvSpPr/>
          <p:nvPr/>
        </p:nvSpPr>
        <p:spPr>
          <a:xfrm>
            <a:off x="5240756" y="6354532"/>
            <a:ext cx="1706601" cy="48467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</a:p>
          <a:p>
            <a:pPr algn="ctr"/>
            <a:r>
              <a:rPr lang="en-US" sz="1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OPEN/CLOSE</a:t>
            </a:r>
            <a:endParaRPr lang="en-GB" sz="17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330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3447</TotalTime>
  <Words>1203</Words>
  <Application>Microsoft Office PowerPoint</Application>
  <PresentationFormat>Widescreen</PresentationFormat>
  <Paragraphs>271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 Me My Computer</dc:creator>
  <cp:lastModifiedBy>Of Me My Computer</cp:lastModifiedBy>
  <cp:revision>5</cp:revision>
  <dcterms:created xsi:type="dcterms:W3CDTF">2024-07-08T06:41:58Z</dcterms:created>
  <dcterms:modified xsi:type="dcterms:W3CDTF">2024-07-11T13:35:31Z</dcterms:modified>
</cp:coreProperties>
</file>